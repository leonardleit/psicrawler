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71c138576e4848" /><Relationship Type="http://schemas.openxmlformats.org/officeDocument/2006/relationships/extended-properties" Target="/docProps/app.xml" Id="R337d6043c2364e68" /><Relationship Type="http://schemas.openxmlformats.org/officeDocument/2006/relationships/officeDocument" Target="/ppt/presentation.xml" Id="R373cd2703e3940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bbea7752314ba7"/>
  </p:sldMasterIdLst>
  <p:notesMasterIdLst>
    <p:notesMasterId xmlns:r="http://schemas.openxmlformats.org/officeDocument/2006/relationships" r:id="R7cc009c33d554563"/>
  </p:notesMasterIdLst>
  <p:sldIdLst>
    <p:sldId xmlns:r="http://schemas.openxmlformats.org/officeDocument/2006/relationships" id="256" r:id="R2a2772c686894a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4acdb4e1e241be" /><Relationship Type="http://schemas.openxmlformats.org/officeDocument/2006/relationships/slideMaster" Target="/ppt/slideMasters/slideMaster1.xml" Id="R57bbea7752314ba7" /><Relationship Type="http://schemas.openxmlformats.org/officeDocument/2006/relationships/notesMaster" Target="/ppt/notesMasters/notesMaster1.xml" Id="R7cc009c33d554563" /><Relationship Type="http://schemas.openxmlformats.org/officeDocument/2006/relationships/presProps" Target="/ppt/presProps.xml" Id="Ra5b978e9ee604a9a" /><Relationship Type="http://schemas.openxmlformats.org/officeDocument/2006/relationships/tableStyles" Target="/ppt/tableStyles.xml" Id="R6671f5cd923542dc" /><Relationship Type="http://schemas.openxmlformats.org/officeDocument/2006/relationships/slide" Target="/ppt/slides/slide1.xml" Id="R2a2772c686894a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20a8e1534c42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ba58cd5aa84e57" /><Relationship Type="http://schemas.openxmlformats.org/officeDocument/2006/relationships/notesMaster" Target="/ppt/notesMasters/notesMaster1.xml" Id="R0481a74703cc4b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内容依据本地仓库 README_zh.md、document/dft/overview.md、document/dft/materialscloud.md、normalizers/dft/standard.yaml 及当前模块整理。统计日期：2026-09-18。Materials Cloud 约 10.5 万条为文档中四个数据集记录数之和的近似值。代码目录 core、crawler、sources、normalizers、tests 已通过本地 compileall 语法检查。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0ecdfc4ee949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dfeaf750594a11" /><Relationship Type="http://schemas.openxmlformats.org/officeDocument/2006/relationships/slideLayout" Target="/ppt/slideLayouts/slideLayout1.xml" Id="R5fd01e2449f544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d01e2449f544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9f6abaa945468a" /><Relationship Type="http://schemas.openxmlformats.org/officeDocument/2006/relationships/notesSlide" Target="/ppt/notesSlides/notesSlide1.xml" Id="R5456ba864f79431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AECBFF-EB5E-4024-AFF7-937B335E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E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1CC788-B582-4A36-9EC1-2750A8BF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0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3039"/>
                </a:solidFill>
                <a:latin typeface="Microsoft YaHei"/>
                <a:ea typeface="Microsoft YaHei"/>
                <a:cs typeface="Microsoft YaHei"/>
              </a:rPr>
              <a:t>PsiCrawler 项目周报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D3362A-B314-4FB2-B932-30166D9D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38175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6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68A90"/>
                </a:solidFill>
                <a:latin typeface="Microsoft YaHei"/>
                <a:ea typeface="Microsoft YaHei"/>
                <a:cs typeface="Microsoft YaHei"/>
              </a:rPr>
              <a:t>本周进展与后续计划   2026.09.09 至 09.18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352814-9666-49C5-A05E-BA0CAB53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9CD1C5-9AFB-4DF7-A1A9-A80C0247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620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9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59E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26B18D-6183-4D5C-9232-2672D443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81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30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039"/>
                </a:solidFill>
                <a:latin typeface="Microsoft YaHei"/>
                <a:ea typeface="Microsoft YaHei"/>
                <a:cs typeface="Microsoft YaHei"/>
              </a:rPr>
              <a:t>PsiCrawler 是什么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365EBF-0A73-42CC-8F58-665F0CDC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323975"/>
            <a:ext cx="7524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45D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45D65"/>
                </a:solidFill>
                <a:latin typeface="Microsoft YaHei"/>
                <a:ea typeface="Microsoft YaHei"/>
                <a:cs typeface="Microsoft YaHei"/>
              </a:rPr>
              <a:t>PsiCrawler 面向公开科研数据，负责批量采集、标准化、存储与检索。当前聚焦 DFT 数据库：保留各数据源的接口与文件差异，同时用统一 schema 描述材料结构、计算性质、数据文件和溯源信息。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0A469C-8E84-4A15-9438-B04CD6DD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955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D73FAD-C363-467E-96F9-F3297219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9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59E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B66396-31ED-4349-B64F-EF430996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098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30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039"/>
                </a:solidFill>
                <a:latin typeface="Microsoft YaHei"/>
                <a:ea typeface="Microsoft YaHei"/>
                <a:cs typeface="Microsoft YaHei"/>
              </a:rPr>
              <a:t>当下的进度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E51D5C-4958-4666-9729-4C0440D0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43175"/>
            <a:ext cx="7524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45D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45D65"/>
                </a:solidFill>
                <a:latin typeface="Microsoft YaHei"/>
                <a:ea typeface="Microsoft YaHei"/>
                <a:cs typeface="Microsoft YaHei"/>
              </a:rPr>
              <a:t>已完成 Materials Project、AFLOW、Alexandria 和 Materials Cloud 四个数据源适配。现有流程覆盖单条与批量采集、分页或流式下载、字段映射、结构标准化、原始文件与 CIF 存储，以及 SQLite 索引。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3848B-5082-4FF8-BF97-FC8F5680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57575"/>
            <a:ext cx="7524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F59BC0-CC7A-43E7-8084-B58B4B36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81400"/>
            <a:ext cx="628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977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59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9E91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59B459-257B-4ACC-A853-52EE6770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480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0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3039"/>
                </a:solidFill>
                <a:latin typeface="Microsoft YaHei"/>
                <a:ea typeface="Microsoft YaHei"/>
                <a:cs typeface="Microsoft YaHei"/>
              </a:rPr>
              <a:t>已接入数据源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2995DF-E0D2-4F86-9391-8CBF73C8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00450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1BCE2C-4233-4982-8B33-CE1C6B88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581400"/>
            <a:ext cx="838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977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59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9E91"/>
                </a:solidFill>
                <a:latin typeface="Microsoft YaHei"/>
                <a:ea typeface="Microsoft YaHei"/>
                <a:cs typeface="Microsoft YaHei"/>
              </a:rPr>
              <a:t>115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EF747D-88B8-4C1E-80CE-0113F56C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4807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0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3039"/>
                </a:solidFill>
                <a:latin typeface="Microsoft YaHei"/>
                <a:ea typeface="Microsoft YaHei"/>
                <a:cs typeface="Microsoft YaHei"/>
              </a:rPr>
              <a:t>统一字段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A046A4-2F65-4B4B-8ABD-4714ABAA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600450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D99DA0-CA4C-4B8E-8A1E-D317741F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581400"/>
            <a:ext cx="742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977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59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9E91"/>
                </a:solidFill>
                <a:latin typeface="Microsoft YaHei"/>
                <a:ea typeface="Microsoft YaHei"/>
                <a:cs typeface="Microsoft YaHei"/>
              </a:rPr>
              <a:t>3.0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919C95-DCC4-495D-A0F0-B28CE81F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6480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0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3039"/>
                </a:solidFill>
                <a:latin typeface="Microsoft YaHei"/>
                <a:ea typeface="Microsoft YaHei"/>
                <a:cs typeface="Microsoft YaHei"/>
              </a:rPr>
              <a:t>DFT schema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C3294D-CB93-438E-9E4F-945F1816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71975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591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45D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45D65"/>
                </a:solidFill>
                <a:latin typeface="Microsoft YaHei"/>
                <a:ea typeface="Microsoft YaHei"/>
                <a:cs typeface="Microsoft YaHei"/>
              </a:rPr>
              <a:t>Materials Project 覆盖 26 个材料接口；Materials Cloud 接入 MC3D 与 MC2D 共 4 个数据集，公开记录约 10.5 万条。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1E5B6A-8159-46AD-A7F6-9495CC59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0537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FC3340-6A49-4B0A-B505-CFF79D94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911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9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59E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5344D0-07BE-40AE-9A0F-ABA7991B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101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30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039"/>
                </a:solidFill>
                <a:latin typeface="Microsoft YaHei"/>
                <a:ea typeface="Microsoft YaHei"/>
                <a:cs typeface="Microsoft YaHei"/>
              </a:rPr>
              <a:t>进一步发展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68A9D4-8345-4B8A-A4BB-9FB5C9B2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816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9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9E91"/>
                </a:solidFill>
                <a:latin typeface="Microsoft YaHei"/>
                <a:ea typeface="Microsoft YaHei"/>
                <a:cs typeface="Microsoft YaHei"/>
              </a:rPr>
              <a:t>近期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ABA8C0-6D3E-451B-8AB9-7CB0B51A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43500"/>
            <a:ext cx="676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45D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45D65"/>
                </a:solidFill>
                <a:latin typeface="Microsoft YaHei"/>
                <a:ea typeface="Microsoft YaHei"/>
                <a:cs typeface="Microsoft YaHei"/>
              </a:rPr>
              <a:t>扩大代表性样本回归测试，重点校验字段映射、单位、空值和跨源一致性；完善断点恢复、访问限速与大文件处理。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C8FA22-91B3-46CB-82D3-CE300907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819775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9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9E91"/>
                </a:solidFill>
                <a:latin typeface="Microsoft YaHei"/>
                <a:ea typeface="Microsoft YaHei"/>
                <a:cs typeface="Microsoft YaHei"/>
              </a:rPr>
              <a:t>下一阶段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E1D73C-6D1C-4DA1-8C6E-AB1BE980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81675"/>
            <a:ext cx="657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54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45D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45D65"/>
                </a:solidFill>
                <a:latin typeface="Microsoft YaHei"/>
                <a:ea typeface="Microsoft YaHei"/>
                <a:cs typeface="Microsoft YaHei"/>
              </a:rPr>
              <a:t>推进 OQMD 接入，并将统一框架扩展到论文、科学数据集与实验记录，逐步形成跨数据源关联检索能力。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557F29-0AE5-4A4F-AAEF-CDBCDE27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055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2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D1BC93-FDA5-4279-BE3E-237DBB34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913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6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68A90"/>
                </a:solidFill>
                <a:latin typeface="Microsoft YaHei"/>
                <a:ea typeface="Microsoft YaHei"/>
                <a:cs typeface="Microsoft YaHei"/>
              </a:rPr>
              <a:t>数据使用需遵守来源许可、引用要求和 API 速率限制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F532B7-2166-4F5D-8E44-B44D0CF5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5913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6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68A90"/>
                </a:solidFill>
                <a:latin typeface="Microsoft YaHei"/>
                <a:ea typeface="Microsoft YaHei"/>
                <a:cs typeface="Microsoft YaHei"/>
              </a:rPr>
              <a:t>PsiCrawler</a:t>
            </a:r>
          </a:p>
        </p:txBody>
      </p:sp>
    </p:spTree>
    <p:extLst>
      <p:ext uri="{BB962C8B-B14F-4D97-AF65-F5344CB8AC3E}">
        <p14:creationId xmlns:p14="http://schemas.microsoft.com/office/powerpoint/2010/main" val="5048412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2026-09-18T13:33:16.3690000Z</dcterms:created>
  <dcterms:modified xsi:type="dcterms:W3CDTF">2026-09-18T13:33:16.3690000Z</dcterms:modified>
</coreProperties>
</file>