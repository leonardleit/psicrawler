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17c6e9ca44f32" /><Relationship Type="http://schemas.openxmlformats.org/officeDocument/2006/relationships/extended-properties" Target="/docProps/app.xml" Id="R1cd0e46472474939" /><Relationship Type="http://schemas.openxmlformats.org/officeDocument/2006/relationships/officeDocument" Target="/ppt/presentation.xml" Id="R33ef23417d7746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d6e4efd1a34e37"/>
  </p:sldMasterIdLst>
  <p:notesMasterIdLst>
    <p:notesMasterId xmlns:r="http://schemas.openxmlformats.org/officeDocument/2006/relationships" r:id="R339573fd80284211"/>
  </p:notesMasterIdLst>
  <p:sldIdLst>
    <p:sldId xmlns:r="http://schemas.openxmlformats.org/officeDocument/2006/relationships" id="256" r:id="R8dfb53df340940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770934e7d4edc" /><Relationship Type="http://schemas.openxmlformats.org/officeDocument/2006/relationships/slideMaster" Target="/ppt/slideMasters/slideMaster1.xml" Id="R5ed6e4efd1a34e37" /><Relationship Type="http://schemas.openxmlformats.org/officeDocument/2006/relationships/notesMaster" Target="/ppt/notesMasters/notesMaster1.xml" Id="R339573fd80284211" /><Relationship Type="http://schemas.openxmlformats.org/officeDocument/2006/relationships/presProps" Target="/ppt/presProps.xml" Id="R03e934a79ee442ee" /><Relationship Type="http://schemas.openxmlformats.org/officeDocument/2006/relationships/tableStyles" Target="/ppt/tableStyles.xml" Id="R579238724a4743e1" /><Relationship Type="http://schemas.openxmlformats.org/officeDocument/2006/relationships/slide" Target="/ppt/slides/slide1.xml" Id="R8dfb53df340940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a4319895c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8838d5a4cf4f5d" /><Relationship Type="http://schemas.openxmlformats.org/officeDocument/2006/relationships/notesMaster" Target="/ppt/notesMasters/notesMaster1.xml" Id="R5e68587453c34e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内容依据本地仓库 README_zh.md、document/dft/overview.md、document/dft/materialscloud.md、normalizers/dft/standard.yaml 及当前工作区模块整理。统计日期：2026-09-18。Materials Cloud 约 10.5 万条为文档中四个数据集记录数之和的近似值。语法检查：core、crawler、sources、normalizers、tests compileall 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965161ff0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3cb1ceb504898" /><Relationship Type="http://schemas.openxmlformats.org/officeDocument/2006/relationships/slideLayout" Target="/ppt/slideLayouts/slideLayout1.xml" Id="Rba95f065c15b46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95f065c15b46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b8b56a54440c7" /><Relationship Type="http://schemas.openxmlformats.org/officeDocument/2006/relationships/image" Target="/ppt/media/image.png" Id="R20dd97e874474281" /><Relationship Type="http://schemas.openxmlformats.org/officeDocument/2006/relationships/image" Target="/ppt/media/image2.png" Id="R5d4ba84a2d354e43" /><Relationship Type="http://schemas.openxmlformats.org/officeDocument/2006/relationships/image" Target="/ppt/media/image3.png" Id="R78b6abb42c1b4b61" /><Relationship Type="http://schemas.openxmlformats.org/officeDocument/2006/relationships/image" Target="/ppt/media/image4.png" Id="Rcfa2a4bf199648b6" /><Relationship Type="http://schemas.openxmlformats.org/officeDocument/2006/relationships/image" Target="/ppt/media/image.svg" Id="R6cfb0400f0e9408f" /><Relationship Type="http://schemas.openxmlformats.org/officeDocument/2006/relationships/notesSlide" Target="/ppt/notesSlides/notesSlide1.xml" Id="R571faa13cc004c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B612F9-B9E4-4B40-822D-DC85F48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4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D638E-396B-43F3-8787-0945EB8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9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850E7-5D16-42CA-93D6-B0F8D3F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E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9E6DB"/>
                </a:solidFill>
                <a:latin typeface="Microsoft YaHei"/>
                <a:ea typeface="Microsoft YaHei"/>
                <a:cs typeface="Microsoft YaHei"/>
              </a:rPr>
              <a:t>WEEKLY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CB354-984C-42E1-AA80-81DA1C18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42975"/>
            <a:ext cx="3105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PsiCrawler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项目周报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9D572-61EC-46A5-9B59-7B9E9C02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8DA"/>
                </a:solidFill>
                <a:latin typeface="Microsoft YaHei"/>
                <a:ea typeface="Microsoft YaHei"/>
                <a:cs typeface="Microsoft YaHei"/>
              </a:rPr>
              <a:t>公开科研数据的采集、标准化与可检索存储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00D5E-F3D9-4BC9-A10E-E712993E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933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7F20D-2E10-4B4B-9E93-9DCAE266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 DFT 数据源已接入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E56D5-7DFE-4C5D-AFE1-F3EBC5CA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004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8D15A-2F7D-42BD-BC2F-6FBE7BE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0"/>
            <a:ext cx="1123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rPr>
              <a:t>115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00862-DF9A-48C2-804C-7E03F7DD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43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CBE12-C723-46E4-9BB5-AE27C6D3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8DA"/>
                </a:solidFill>
                <a:latin typeface="Microsoft YaHei"/>
                <a:ea typeface="Microsoft YaHei"/>
                <a:cs typeface="Microsoft YaHei"/>
              </a:rPr>
              <a:t>Schema 3.0 统一跨源数据语义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95494-DADD-4AD0-B475-09E6578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E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9E6DB"/>
                </a:solidFill>
                <a:latin typeface="Microsoft YaHei"/>
                <a:ea typeface="Microsoft YaHei"/>
                <a:cs typeface="Microsoft YaHei"/>
              </a:rPr>
              <a:t>本周形成完整链路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1B109-ACEE-4CAF-A4EC-34EC61BD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816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8E9"/>
                </a:solidFill>
                <a:latin typeface="Microsoft YaHei"/>
                <a:ea typeface="Microsoft YaHei"/>
                <a:cs typeface="Microsoft YaHei"/>
              </a:rPr>
              <a:t>下载与分页采集  /  字段映射与结构标准化</a:t>
            </a:r>
          </a:p>
          <a:p xmlns:a="http://schemas.openxmlformats.org/drawingml/2006/main">
            <a:pPr algn="l">
              <a:defRPr sz="1125" b="0">
                <a:solidFill>
                  <a:srgbClr val="DCE8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8E9"/>
                </a:solidFill>
                <a:latin typeface="Microsoft YaHei"/>
                <a:ea typeface="Microsoft YaHei"/>
                <a:cs typeface="Microsoft YaHei"/>
              </a:rPr>
              <a:t>CIF 与原始文件存储  /  SQLite 索引与文档示例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89848-B1A6-45AF-A834-97E91E0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E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EB3"/>
                </a:solidFill>
                <a:latin typeface="Microsoft YaHei"/>
                <a:ea typeface="Microsoft YaHei"/>
                <a:cs typeface="Microsoft YaHei"/>
              </a:rPr>
              <a:t>2026.09.09—09.18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FFBD3-5197-449D-9FE1-B4AA915F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rPr>
              <a:t>本周完成：多源 DFT 数据管线从零落地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F6171-A7E0-4DB0-AE31-F3A37465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8953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采集端保留各数据源差异，标准层统一字段、结构与溯源信息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F6C4B-48A3-4A3A-A1E8-5933DBB3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2382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0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d97e874474281"/>
          <a:stretch xmlns:a="http://schemas.openxmlformats.org/drawingml/2006/main"/>
        </p:blipFill>
        <p:spPr>
          <a:xfrm xmlns:a="http://schemas.openxmlformats.org/drawingml/2006/main">
            <a:off x="4362450" y="1661852"/>
            <a:ext cx="685800" cy="181496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C0D0A-4113-4E8A-B282-8A5E120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38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rPr>
              <a:t>Materials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8680B-9E9F-4179-9161-C619656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rPr>
              <a:t>26 个材料接口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AA113-96C8-4867-A2DD-7A8AE83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603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Schema 驱动采集，支持单条与批量任务、完整 Summary 字段、CIF 导出和 SQLite 索引。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4965C-7333-4BE8-B6C5-8911D1B2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05050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0"/>
          </a:solidFill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ba84a2d354e43"/>
          <a:stretch xmlns:a="http://schemas.openxmlformats.org/drawingml/2006/main"/>
        </p:blipFill>
        <p:spPr>
          <a:xfrm xmlns:a="http://schemas.openxmlformats.org/drawingml/2006/main">
            <a:off x="4362450" y="2580942"/>
            <a:ext cx="685800" cy="191167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73503-D89A-4BF1-A70F-2955E568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rPr>
              <a:t>AFLOW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63486-FF3F-41D8-A3A4-E45D0096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90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rPr>
              <a:t>分类原始数据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D0D18-5701-49FE-85FE-0BAB157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95575"/>
            <a:ext cx="603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完成标准记录映射与性质路径留存；XZ 文件下载后自动解压，成功转换后清理压缩包。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817E5-EF98-4ECA-89A0-4A286E0E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2897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0"/>
          </a:solidFill>
          <a:ln xmlns:a="http://schemas.openxmlformats.org/drawingml/2006/main" w="0">
            <a:noFill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6abb42c1b4b61"/>
          <a:stretch xmlns:a="http://schemas.openxmlformats.org/drawingml/2006/main"/>
        </p:blipFill>
        <p:spPr>
          <a:xfrm xmlns:a="http://schemas.openxmlformats.org/drawingml/2006/main">
            <a:off x="4362450" y="3528601"/>
            <a:ext cx="685800" cy="143698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37145-3FED-4662-A404-19A1AF4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86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rPr>
              <a:t>Alexandria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1E3BB-596D-4944-AD98-1D2F35A2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rPr>
              <a:t>流式批量采集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D88D0-ADA2-43BF-B22A-2708E089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603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支持 JSON.bz2 流式处理、OPTIMADE 按需查询、数据集命名空间标识符和 SQLite 索引。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4DEE3-D4C0-4538-8CFD-71568CDF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52900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0"/>
          </a:solidFill>
          <a:ln xmlns:a="http://schemas.openxmlformats.org/drawingml/2006/main" w="0">
            <a:noFill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2a4bf199648b6">
            <a:extLst>
              <a:ext uri="{96DAC541-7B7A-43D3-8B79-37D633B846F1}">
                <asvg:svgBlip xmlns:asvg="http://schemas.microsoft.com/office/drawing/2016/SVG/main" r:embed="R6cfb0400f0e940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62450" y="4276725"/>
            <a:ext cx="685800" cy="4953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ED12D-A7AE-4755-AD54-18268017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10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rPr>
              <a:t>Materials Cloud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1634A-0CFB-4844-9549-ABF44BD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38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rPr>
              <a:t>约 10.5 万条记录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85A7A0-E6E9-4383-985B-1461C082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43425"/>
            <a:ext cx="603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接入 MC3D 与 MC2D 共 4 个数据集，支持 OPTIMADE 分页、精选归档批量下载和标准化记录。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1B465-E09B-4968-85E1-559F9BB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8020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ADAA5-DD5F-4F41-85EB-F7F09360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857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99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CA2E29-DF45-42C5-BD60-3C38A8A6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24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A99A"/>
                </a:solidFill>
                <a:latin typeface="Microsoft YaHei"/>
                <a:ea typeface="Microsoft YaHei"/>
                <a:cs typeface="Microsoft YaHei"/>
              </a:rPr>
              <a:t>下周重点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8EA944-0712-44FA-8F7F-7E0A5A49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857875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038"/>
                </a:solidFill>
                <a:latin typeface="Microsoft YaHei"/>
                <a:ea typeface="Microsoft YaHei"/>
                <a:cs typeface="Microsoft YaHei"/>
              </a:rPr>
              <a:t>扩大代表性样本回归测试，核对跨源字段质量；推进 OQMD 适配器与断点恢复测试。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A494FD-2398-4350-A51F-9D91576B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7078"/>
                </a:solidFill>
                <a:latin typeface="Microsoft YaHei"/>
                <a:ea typeface="Microsoft YaHei"/>
                <a:cs typeface="Microsoft YaHei"/>
              </a:rPr>
              <a:t>风险提示：上游 API 速率限制与超大归档会影响全量同步，批量任务需保留限速、续传与许可记录。</a:t>
            </a:r>
          </a:p>
        </p:txBody>
      </p:sp>
    </p:spTree>
    <p:extLst>
      <p:ext uri="{BB962C8B-B14F-4D97-AF65-F5344CB8AC3E}">
        <p14:creationId xmlns:p14="http://schemas.microsoft.com/office/powerpoint/2010/main" val="2136085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2026-09-18T13:21:19.6380000Z</dcterms:created>
  <dcterms:modified xsi:type="dcterms:W3CDTF">2026-09-18T13:21:19.6380000Z</dcterms:modified>
</coreProperties>
</file>